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20s. Say what it is and that it's a historical experiment, not advice. Point at the four cards: universe, cutoff, end date, baselines. One line on the point-in-time guard so judges know there's no look-ahead.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~1:40. One sentence on the pipeline, one per analyst if time. Then open ONE decision: MSFT is the most contested (spread 0.78) - technical bearish (-0.85) on a weak trend, fundamentals bullish (+0.90) on growth/margins. Manager sized it to 8% rather than cutting. Picked by largest disagreement, not by which analyst won. Stress traceability: sources and the validator, not vibes.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~1:00. Portfolio 16.7% vs SPY 11.2% vs equal weight 15.5%, Sharpe 2.37 and the shallowest drawdown (-5.3%). Honest line: beats SPY in 5/5 uncached runs, beats equal weight in only 3/5 - say it's statistically close to equal weight, not a clear win. Top contributors AAPL and XOM. Close on credibility: leakage test, cached reproducible run, limitations (model memory, 180-day window). Risk management and CrashLab are built/in progress - frame as what's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F2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EAF1F8"/>
                </a:solidFill>
                <a:latin typeface="Segoe UI"/>
              </a:rPr>
              <a:t>Multi-agent portfolio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FB0C0"/>
                </a:solidFill>
                <a:latin typeface="Segoe UI"/>
              </a:rPr>
              <a:t>Five analyst agents plus a portfolio manager build a portfolio from data up to a cutoff. A backtest scores it against what the market did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Universe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10 S&amp;P 500 names
7+ sectors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5304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Cutoff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2026-01-30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0E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End scored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2026-10-16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6567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6295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Baselines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SPY, equal weight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1A2412"/>
          </a:solidFill>
          <a:ln w="15875">
            <a:solidFill>
              <a:srgbClr val="5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13632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C45A"/>
                </a:solidFill>
                <a:latin typeface="Segoe UI"/>
              </a:rPr>
              <a:t>No peeking.  </a:t>
            </a:r>
            <a:r>
              <a:rPr sz="1350" b="0" i="0">
                <a:solidFill>
                  <a:srgbClr val="EAF1F8"/>
                </a:solidFill>
                <a:latin typeface="Segoe UI"/>
              </a:rPr>
              <a:t>One point-in-time guard is the only door to data, and a leakage test fails the run if any date slips past the cutoff.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9FB0C0"/>
                </a:solidFill>
                <a:latin typeface="Segoe UI"/>
              </a:rPr>
              <a:t>Historical experiment, not financial advice or a trading recommendation.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F2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AF1F8"/>
                </a:solidFill>
                <a:latin typeface="Segoe UI"/>
              </a:rPr>
              <a:t>How it thinks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0E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Evidence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prices · macro · filings
news · geopolitics
(each claim cites an ID)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3824" y="1828800"/>
            <a:ext cx="320040" cy="274320"/>
          </a:xfrm>
          <a:prstGeom prst="rightArrow">
            <a:avLst/>
          </a:prstGeom>
          <a:solidFill>
            <a:srgbClr val="7FA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02152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5 analysts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technical · fundamentals
macro · sentiment · geopolitics
stance + confidence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25896" y="1828800"/>
            <a:ext cx="320040" cy="274320"/>
          </a:xfrm>
          <a:prstGeom prst="rightArrow">
            <a:avLst/>
          </a:prstGeom>
          <a:solidFill>
            <a:srgbClr val="7FA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64224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Portfolio manager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reconciles conflicts into
weights, rationale,
sources, triggers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87968" y="1828800"/>
            <a:ext cx="320040" cy="274320"/>
          </a:xfrm>
          <a:prstGeom prst="rightArrow">
            <a:avLst/>
          </a:prstGeom>
          <a:solidFill>
            <a:srgbClr val="7FA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26296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6024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Backtest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vs SPY &amp; equal weight
fees,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AF1F8"/>
                </a:solidFill>
                <a:latin typeface="Segoe UI"/>
              </a:rPr>
              <a:t>Open one decision </a:t>
            </a:r>
            <a:r>
              <a:rPr sz="1500" b="1" i="0">
                <a:solidFill>
                  <a:srgbClr val="F2C45A"/>
                </a:solidFill>
                <a:latin typeface="Segoe UI"/>
              </a:rPr>
              <a:t>— the biggest analyst disagreement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2C45A"/>
                </a:solidFill>
                <a:latin typeface="Segoe UI"/>
              </a:rPr>
              <a:t>MSFT</a:t>
            </a:r>
            <a:r>
              <a:rPr sz="1200" b="0" i="0">
                <a:solidFill>
                  <a:srgbClr val="9FB0C0"/>
                </a:solidFill>
                <a:latin typeface="Segoe UI"/>
              </a:rPr>
              <a:t>  most contested (spread 0.78)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EAF1F8"/>
                </a:solidFill>
                <a:latin typeface="Segoe UI"/>
              </a:rPr>
              <a:t>Technical: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-0.85</a:t>
            </a:r>
            <a:r>
              <a:rPr sz="1300" b="0" i="0">
                <a:solidFill>
                  <a:srgbClr val="EAF1F8"/>
                </a:solidFill>
                <a:latin typeface="Segoe UI"/>
              </a:rPr>
              <a:t>   Fundamentals: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+0.90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EAF1F8"/>
                </a:solidFill>
                <a:latin typeface="Segoe UI"/>
              </a:rPr>
              <a:t>Conflict: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weak price trend vs strong growth &amp; margins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EAF1F8"/>
                </a:solidFill>
                <a:latin typeface="Segoe UI"/>
              </a:rPr>
              <a:t>Manager's call: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8%</a:t>
            </a:r>
            <a:r>
              <a:rPr sz="1300" b="0" i="0">
                <a:solidFill>
                  <a:srgbClr val="EAF1F8"/>
                </a:solidFill>
                <a:latin typeface="Segoe UI"/>
              </a:rPr>
              <a:t> — sized down, not cut, until the trend confirms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3912" y="361188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9476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AF1F8"/>
                </a:solidFill>
                <a:latin typeface="Segoe UI"/>
              </a:rPr>
              <a:t>Traceable by construction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weights sum to 1, caps enforced in code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cited IDs must exist in the evidence pack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re-prompt once, then deterministic repair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F2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AF1F8"/>
                </a:solidFill>
                <a:latin typeface="Segoe UI"/>
              </a:rPr>
              <a:t>What happened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1090879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478024"/>
                <a:gridCol w="2478024"/>
                <a:gridCol w="2478024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Portfolio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SPY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Equal weight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Total return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15.5%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Sharpe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2.37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1.19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2.02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Max drawdown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-5.3%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-8.9%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-6.1%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9FB0C0"/>
                </a:solidFill>
                <a:latin typeface="Segoe UI"/>
              </a:rPr>
              <a:t>Beats SPY on every measure, statistically close to equal weight. Beating the market isn't required - explaining the result and testing it against the baselines 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95935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AF1F8"/>
                </a:solidFill>
                <a:latin typeface="Segoe UI"/>
              </a:rPr>
              <a:t>Why trust it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leakage test on every run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one cached, reproducible final run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limitations stated, including model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379476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0E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395935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AF1F8"/>
                </a:solidFill>
                <a:latin typeface="Segoe UI"/>
              </a:rPr>
              <a:t>What's next </a:t>
            </a:r>
            <a:r>
              <a:rPr sz="1200" b="1" i="0">
                <a:solidFill>
                  <a:srgbClr val="F2C45A"/>
                </a:solidFill>
                <a:latin typeface="Segoe UI"/>
              </a:rPr>
              <a:t>(stretch)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AF1F8"/>
                </a:solidFill>
                <a:latin typeface="Segoe UI"/>
              </a:rPr>
              <a:t>Risk management</a:t>
            </a:r>
            <a:r>
              <a:rPr sz="1250" b="0" i="0">
                <a:solidFill>
                  <a:srgbClr val="9FB0C0"/>
                </a:solidFill>
                <a:latin typeface="Segoe UI"/>
              </a:rPr>
              <a:t> — watch the portfolio, detect regime shifts, feed lessons back to the manager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AF1F8"/>
                </a:solidFill>
                <a:latin typeface="Segoe UI"/>
              </a:rPr>
              <a:t>CrashLab</a:t>
            </a:r>
            <a:r>
              <a:rPr sz="1250" b="0" i="0">
                <a:solidFill>
                  <a:srgbClr val="9FB0C0"/>
                </a:solidFill>
                <a:latin typeface="Segoe UI"/>
              </a:rPr>
              <a:t> — replay the weights through 2008, 2020 and invented shocks, propose protective 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9FB0C0"/>
                </a:solidFill>
                <a:latin typeface="Segoe UI"/>
              </a:rPr>
              <a:t>Historical experiment, not financial advice.  Thanks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